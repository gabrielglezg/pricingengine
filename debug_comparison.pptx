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84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621631"/>
            <a:ext cx="5029200" cy="36147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5603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0000"/>
                </a:solidFill>
                <a:latin typeface="Avenir Black"/>
              </a:defRPr>
            </a:pPr>
            <a:r>
              <a:t>Comparación de Vehículos</a:t>
            </a:r>
          </a:p>
          <a:p>
            <a:br/>
            <a:pPr algn="l">
              <a:defRPr sz="1600">
                <a:solidFill>
                  <a:srgbClr val="475569"/>
                </a:solidFill>
                <a:latin typeface="Avenir Medium"/>
              </a:defRPr>
            </a:pPr>
            <a:r>
              <a:t>Generado: 01/02/2026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E293B"/>
                </a:solidFill>
                <a:latin typeface="Avenir Black"/>
              </a:rPr>
              <a:t>Resumen Ejecutivo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Métrica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  <a:latin typeface="Avenir Medium"/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Total Modelos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Total Marcas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Precio Promedio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$ 20.000.000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Precio Mediano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Precio Mínimo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Precio Máximo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Desviación Estándar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$ 0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Coef. Variación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>
                          <a:latin typeface="Avenir Medium"/>
                        </a:defRPr>
                      </a:pPr>
                      <a:r>
                        <a:t>Descuento Promedio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Avenir Medium"/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84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621631"/>
            <a:ext cx="5029200" cy="36147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