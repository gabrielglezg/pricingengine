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RAV4</c:v>
                </c:pt>
              </c:strCache>
            </c:strRef>
          </c:tx>
          <c:spPr>
            <a:ln w="31750"/>
          </c:spPr>
          <c:marker>
            <c:symbol val="circle"/>
            <c:size val="7"/>
          </c:marker>
          <c:cat>
            <c:strRef>
              <c:f>Sheet1!$A$2:$A$6</c:f>
              <c:strCache>
                <c:ptCount val="5"/>
                <c:pt idx="0">
                  <c:v>2025-01-01</c:v>
                </c:pt>
                <c:pt idx="1">
                  <c:v>2025-02-01</c:v>
                </c:pt>
                <c:pt idx="2">
                  <c:v>2025-03-01</c:v>
                </c:pt>
                <c:pt idx="3">
                  <c:v>2025-04-01</c:v>
                </c:pt>
                <c:pt idx="4">
                  <c:v>2025-05-01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25000000.0</c:v>
                </c:pt>
                <c:pt idx="1">
                  <c:v>25200000.0</c:v>
                </c:pt>
                <c:pt idx="3">
                  <c:v>26000000.0</c:v>
                </c:pt>
                <c:pt idx="4">
                  <c:v>26200000.0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Mazda CX-5</c:v>
                </c:pt>
              </c:strCache>
            </c:strRef>
          </c:tx>
          <c:spPr>
            <a:ln w="31750"/>
          </c:spPr>
          <c:marker>
            <c:symbol val="circle"/>
            <c:size val="7"/>
          </c:marker>
          <c:cat>
            <c:strRef>
              <c:f>Sheet1!$A$2:$A$6</c:f>
              <c:strCache>
                <c:ptCount val="5"/>
                <c:pt idx="0">
                  <c:v>2025-01-01</c:v>
                </c:pt>
                <c:pt idx="1">
                  <c:v>2025-02-01</c:v>
                </c:pt>
                <c:pt idx="2">
                  <c:v>2025-03-01</c:v>
                </c:pt>
                <c:pt idx="3">
                  <c:v>2025-04-01</c:v>
                </c:pt>
                <c:pt idx="4">
                  <c:v>2025-05-01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1">
                  <c:v>24600000.0</c:v>
                </c:pt>
                <c:pt idx="2">
                  <c:v>24800000.0</c:v>
                </c:pt>
                <c:pt idx="3">
                  <c:v>25000000.0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low"/>
        <c:txPr>
          <a:bodyPr rot="-2700000" vert="horz"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numFmt formatCode="&quot;$&quot; #,##0" sourceLinked="0"/>
        <c:majorTickMark val="out"/>
        <c:minorTickMark val="none"/>
        <c:tickLblPos val="nextTo"/>
        <c:crossAx val="2118791784"/>
        <c:crosses val="autoZero"/>
      </c:valAx>
    </c:plotArea>
    <c:legend>
      <c:legendPos val="t"/>
      <c:layout/>
      <c:overlay val="1"/>
      <c:txPr>
        <a:bodyPr/>
        <a:lstStyle/>
        <a:p>
          <a:pPr>
            <a:defRPr sz="900">
              <a:latin typeface="Avenir Medium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Precio Lista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RAV4 LE 2.0</c:v>
                </c:pt>
                <c:pt idx="1">
                  <c:v>RAV4 XLE 2.5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25000000.0</c:v>
                </c:pt>
                <c:pt idx="1">
                  <c:v>29000000.0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Bono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RAV4 LE 2.0</c:v>
                </c:pt>
                <c:pt idx="1">
                  <c:v>RAV4 XLE 2.5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1000000.0</c:v>
                </c:pt>
                <c:pt idx="1">
                  <c:v>1500000.0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84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621631"/>
            <a:ext cx="5029200" cy="361473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56032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000000"/>
                </a:solidFill>
                <a:latin typeface="Avenir Black"/>
              </a:defRPr>
            </a:pPr>
            <a:r>
              <a:t>Test Evolución</a:t>
            </a:r>
          </a:p>
          <a:p>
            <a:br/>
            <a:pPr algn="l">
              <a:defRPr sz="1600">
                <a:solidFill>
                  <a:srgbClr val="475569"/>
                </a:solidFill>
                <a:latin typeface="Avenir Medium"/>
              </a:defRPr>
            </a:pPr>
            <a:r>
              <a:t>Generado: 01/02/2026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Evolución de Precios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Evolución de Precios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Fecha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Toyota RAV4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Mazda CX-5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2025-01-01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2025-02-01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$ 25.200.000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$ 24.600.000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2025-03-01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$ 24.800.000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2025-04-01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$ 26.000.000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2025-05-01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$ 26.200.000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Comparación de Versiones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Comparación de Versiones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Versión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Precio Lista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Bono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RAV4 LE 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RAV4 XLE 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$ 29.000.000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$ 1.500.000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