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</c:v>
                </c:pt>
              </c:strCache>
            </c:strRef>
          </c:tx>
          <c:spPr>
            <a:ln w="31750"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25000000.0</c:v>
                </c:pt>
                <c:pt idx="1">
                  <c:v>25200000.0</c:v>
                </c:pt>
                <c:pt idx="2">
                  <c:v>25500000.0</c:v>
                </c:pt>
                <c:pt idx="3">
                  <c:v>26000000.0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Mazda CX-5</c:v>
                </c:pt>
              </c:strCache>
            </c:strRef>
          </c:tx>
          <c:spPr>
            <a:ln w="31750"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24500000.0</c:v>
                </c:pt>
                <c:pt idx="1">
                  <c:v>24600000.0</c:v>
                </c:pt>
                <c:pt idx="2">
                  <c:v>24800000.0</c:v>
                </c:pt>
                <c:pt idx="3">
                  <c:v>25000000.0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Precio Lista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25000000.0</c:v>
                </c:pt>
                <c:pt idx="1">
                  <c:v>29000000.0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Bono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1000000.0</c:v>
                </c:pt>
                <c:pt idx="1">
                  <c:v>1500000.0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Test Evolución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$ 24.500.000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$ 25.200.000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$ 24.600.000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$ 25.500.000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Lista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Bono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$ 1.500.000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