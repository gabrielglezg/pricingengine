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RAV4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25000000.0</c:v>
                </c:pt>
                <c:pt idx="1">
                  <c:v>25200000.0</c:v>
                </c:pt>
                <c:pt idx="2">
                  <c:v>25500000.0</c:v>
                </c:pt>
                <c:pt idx="3">
                  <c:v>26000000.0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Mazda CX-5</c:v>
                </c:pt>
              </c:strCache>
            </c:strRef>
          </c:tx>
          <c:spPr>
            <a:ln w="31750"/>
          </c:spPr>
          <c:marker>
            <c:symbol val="circle"/>
            <c:size val="7"/>
          </c:marker>
          <c:cat>
            <c:strRef>
              <c:f>Sheet1!$A$2:$A$5</c:f>
              <c:strCache>
                <c:ptCount val="4"/>
                <c:pt idx="0">
                  <c:v>2025-01-01</c:v>
                </c:pt>
                <c:pt idx="1">
                  <c:v>2025-02-01</c:v>
                </c:pt>
                <c:pt idx="2">
                  <c:v>2025-03-01</c:v>
                </c:pt>
                <c:pt idx="3">
                  <c:v>2025-04-01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24500000.0</c:v>
                </c:pt>
                <c:pt idx="1">
                  <c:v>24600000.0</c:v>
                </c:pt>
                <c:pt idx="2">
                  <c:v>24800000.0</c:v>
                </c:pt>
                <c:pt idx="3">
                  <c:v>25000000.0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 rot="-2700000" vert="horz"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t"/>
      <c:layout/>
      <c:overlay val="1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Precio Lista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25000000.0</c:v>
                </c:pt>
                <c:pt idx="1">
                  <c:v>29000000.0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Bono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RAV4 LE 2.0</c:v>
                </c:pt>
                <c:pt idx="1">
                  <c:v>RAV4 XLE 2.5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1000000.0</c:v>
                </c:pt>
                <c:pt idx="1">
                  <c:v>1500000.0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Test Evolución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Precios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Toyota RAV4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Mazda CX-5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$ 24.500.000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2025-02-01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$ 25.200.000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$ 24.600.000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$ 25.500.000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$ 24.800.000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2025-04-01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$ 26.000.000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Comparación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Precio Lista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Bono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LE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RAV4 XLE 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$ 1.500.000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