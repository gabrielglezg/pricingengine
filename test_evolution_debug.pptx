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RAV4</c:v>
                </c:pt>
              </c:strCache>
            </c:strRef>
          </c:tx>
          <c:spPr>
            <a:ln w="31750"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2025-01-01</c:v>
                </c:pt>
                <c:pt idx="1">
                  <c:v>2025-02-01</c:v>
                </c:pt>
                <c:pt idx="2">
                  <c:v>2025-03-01</c:v>
                </c:pt>
                <c:pt idx="3">
                  <c:v>2025-04-01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25000000.0</c:v>
                </c:pt>
                <c:pt idx="1">
                  <c:v>25200000.0</c:v>
                </c:pt>
                <c:pt idx="2">
                  <c:v>25500000.0</c:v>
                </c:pt>
                <c:pt idx="3">
                  <c:v>26000000.0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Mazda CX-5</c:v>
                </c:pt>
              </c:strCache>
            </c:strRef>
          </c:tx>
          <c:spPr>
            <a:ln w="31750"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2025-01-01</c:v>
                </c:pt>
                <c:pt idx="1">
                  <c:v>2025-02-01</c:v>
                </c:pt>
                <c:pt idx="2">
                  <c:v>2025-03-01</c:v>
                </c:pt>
                <c:pt idx="3">
                  <c:v>2025-04-01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24500000.0</c:v>
                </c:pt>
                <c:pt idx="1">
                  <c:v>24600000.0</c:v>
                </c:pt>
                <c:pt idx="2">
                  <c:v>24800000.0</c:v>
                </c:pt>
                <c:pt idx="3">
                  <c:v>25000000.0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low"/>
        <c:txPr>
          <a:bodyPr rot="-2700000" vert="horz"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numFmt formatCode="&quot;$&quot; #,##0" sourceLinked="0"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>
              <a:latin typeface="Avenir Medium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Precio Lista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RAV4 LE 2.0</c:v>
                </c:pt>
                <c:pt idx="1">
                  <c:v>RAV4 XLE 2.5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25000000.0</c:v>
                </c:pt>
                <c:pt idx="1">
                  <c:v>29000000.0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Bono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RAV4 LE 2.0</c:v>
                </c:pt>
                <c:pt idx="1">
                  <c:v>RAV4 XLE 2.5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1000000.0</c:v>
                </c:pt>
                <c:pt idx="1">
                  <c:v>1500000.0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>
              <a:latin typeface="Avenir Medium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84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1621631"/>
            <a:ext cx="5029200" cy="361473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56032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000000"/>
                </a:solidFill>
                <a:latin typeface="Avenir Black"/>
              </a:defRPr>
            </a:pPr>
            <a:r>
              <a:t>Test Evolución</a:t>
            </a:r>
          </a:p>
          <a:p>
            <a:br/>
            <a:pPr algn="l">
              <a:defRPr sz="1600">
                <a:solidFill>
                  <a:srgbClr val="475569"/>
                </a:solidFill>
                <a:latin typeface="Avenir Medium"/>
              </a:defRPr>
            </a:pPr>
            <a:r>
              <a:t>Generado: 01/02/2026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Evolución de Precios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188720"/>
          <a:ext cx="8229600" cy="5486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Evolución de Precios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Fecha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Toyota RAV4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Mazda CX-5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2025-01-01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$ 25.000.000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$ 24.500.000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2025-02-01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$ 25.200.000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$ 24.600.000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2025-03-01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$ 25.500.000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$ 24.800.000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2025-04-01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$ 26.000.000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$ 25.000.000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Comparación de Versiones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188720"/>
          <a:ext cx="8229600" cy="5486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Comparación de Versiones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Versión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Precio Lista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Bono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RAV4 LE 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$ 25.000.000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$ 1.000.000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RAV4 XLE 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$ 29.000.000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$ 1.500.000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