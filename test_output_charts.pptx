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0.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10000000.0</c:v>
                </c:pt>
                <c:pt idx="1">
                  <c:v>9000000.0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18000000.0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Kia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$ 18.000.000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