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SUV</c:v>
                </c:pt>
                <c:pt idx="1">
                  <c:v>Sedan</c:v>
                </c:pt>
                <c:pt idx="2">
                  <c:v>Hatchback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</c:v>
                </c:pt>
                <c:pt idx="1">
                  <c:v>3.0</c:v>
                </c:pt>
                <c:pt idx="2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15000000.0</c:v>
                </c:pt>
                <c:pt idx="1">
                  <c:v>10000000.0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Avg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12000000.0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Max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25000000.0</c:v>
                </c:pt>
                <c:pt idx="1">
                  <c:v>15000000.0</c:v>
                </c:pt>
              </c:numCache>
            </c:numRef>
          </c:val>
        </c:ser>
        <c:dLbls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$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Variation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Toyota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$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</c:v>
                </c:pt>
                <c:pt idx="1">
                  <c:v>0.11</c:v>
                </c:pt>
                <c:pt idx="2">
                  <c:v>0.13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BMW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0.1</c:v>
                </c:pt>
                <c:pt idx="2">
                  <c:v>0.09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0%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Reporte Completo Test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31/01/2026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E293B"/>
                </a:solidFill>
                <a:latin typeface="Avenir Black"/>
              </a:rPr>
              <a:t>Resumen Ejecutivo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3657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Marcas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Mediano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Mínimo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Máximo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Desviación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Coef. Variación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Descuento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Hatchback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Avg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$ 12.000.000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Variation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Volvo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BMW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