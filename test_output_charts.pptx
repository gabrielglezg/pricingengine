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venir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venir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venir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venir Medium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$ 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prstDash val="dash"/>
            </a:ln>
          </c:spPr>
        </c:majorGridlines>
        <c:numFmt formatCode="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31/01/2026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914400"/>
            <a:ext cx="5029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