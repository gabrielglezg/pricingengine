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RAV4 LE 2.0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24000000.0</c:v>
                </c:pt>
                <c:pt idx="2">
                  <c:v>25000000.0</c:v>
                </c:pt>
                <c:pt idx="3">
                  <c:v>25000000.0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Toyota RAV4 XLE 2.5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28000000.0</c:v>
                </c:pt>
                <c:pt idx="1">
                  <c:v>28500000.0</c:v>
                </c:pt>
                <c:pt idx="3">
                  <c:v>29000000.0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Mazda CX-5 Sport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25500000.0</c:v>
                </c:pt>
                <c:pt idx="1">
                  <c:v>25800000.0</c:v>
                </c:pt>
                <c:pt idx="2">
                  <c:v>26000000.0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 rot="-2700000" vert="horz"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1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Comparación de Vehículos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Resumen Comparación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Marca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Precio Actual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LE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XLE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Mazda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CX-5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 LE 2.0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 XLE 2.5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Mazda CX-5 Sport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$ 28.000.000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$ 25.500.000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2025-02-01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$ 28.500.000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$ 25.800.000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2025-04-01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