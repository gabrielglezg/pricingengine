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RAV4 LE 2.0</c:v>
                </c:pt>
              </c:strCache>
            </c:strRef>
          </c:tx>
          <c:spPr>
            <a:ln w="31750"/>
          </c:spPr>
          <c:marker>
            <c:symbol val="circle"/>
            <c:size val="7"/>
          </c:marker>
          <c:cat>
            <c:strRef>
              <c:f>Sheet1!$A$2:$A$5</c:f>
              <c:strCache>
                <c:ptCount val="4"/>
                <c:pt idx="0">
                  <c:v>2025-01-01</c:v>
                </c:pt>
                <c:pt idx="1">
                  <c:v>2025-02-01</c:v>
                </c:pt>
                <c:pt idx="2">
                  <c:v>2025-03-01</c:v>
                </c:pt>
                <c:pt idx="3">
                  <c:v>2025-04-01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24000000.0</c:v>
                </c:pt>
                <c:pt idx="2">
                  <c:v>25000000.0</c:v>
                </c:pt>
                <c:pt idx="3">
                  <c:v>25000000.0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Toyota RAV4 XLE 2.5</c:v>
                </c:pt>
              </c:strCache>
            </c:strRef>
          </c:tx>
          <c:spPr>
            <a:ln w="31750"/>
          </c:spPr>
          <c:marker>
            <c:symbol val="circle"/>
            <c:size val="7"/>
          </c:marker>
          <c:cat>
            <c:strRef>
              <c:f>Sheet1!$A$2:$A$5</c:f>
              <c:strCache>
                <c:ptCount val="4"/>
                <c:pt idx="0">
                  <c:v>2025-01-01</c:v>
                </c:pt>
                <c:pt idx="1">
                  <c:v>2025-02-01</c:v>
                </c:pt>
                <c:pt idx="2">
                  <c:v>2025-03-01</c:v>
                </c:pt>
                <c:pt idx="3">
                  <c:v>2025-04-01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28000000.0</c:v>
                </c:pt>
                <c:pt idx="1">
                  <c:v>28500000.0</c:v>
                </c:pt>
                <c:pt idx="3">
                  <c:v>29000000.0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Mazda CX-5 Sport</c:v>
                </c:pt>
              </c:strCache>
            </c:strRef>
          </c:tx>
          <c:spPr>
            <a:ln w="31750"/>
          </c:spPr>
          <c:marker>
            <c:symbol val="circle"/>
            <c:size val="7"/>
          </c:marker>
          <c:cat>
            <c:strRef>
              <c:f>Sheet1!$A$2:$A$5</c:f>
              <c:strCache>
                <c:ptCount val="4"/>
                <c:pt idx="0">
                  <c:v>2025-01-01</c:v>
                </c:pt>
                <c:pt idx="1">
                  <c:v>2025-02-01</c:v>
                </c:pt>
                <c:pt idx="2">
                  <c:v>2025-03-01</c:v>
                </c:pt>
                <c:pt idx="3">
                  <c:v>2025-04-01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25500000.0</c:v>
                </c:pt>
                <c:pt idx="1">
                  <c:v>25800000.0</c:v>
                </c:pt>
                <c:pt idx="2">
                  <c:v>26000000.0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 rot="-2700000" vert="horz"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numFmt formatCode="&quot;$&quot; #,##0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venir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Avenir Black"/>
              </a:defRPr>
            </a:pPr>
            <a:r>
              <a:t>Comparación de Vehículos</a:t>
            </a:r>
          </a:p>
          <a:p>
            <a:br/>
            <a:pPr algn="l">
              <a:defRPr sz="1600">
                <a:solidFill>
                  <a:srgbClr val="475569"/>
                </a:solidFill>
                <a:latin typeface="Avenir Medium"/>
              </a:defRPr>
            </a:pPr>
            <a:r>
              <a:t>Generado: 01/02/2026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Resumen Comparación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Marca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Versión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Segmento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Precio Actual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RAV4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LE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RAV4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XLE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$ 29.000.000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Mazda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CX-5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$ 26.000.000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Evolución de Precios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Avenir Black"/>
              </a:rPr>
              <a:t>Evolución de Precios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Toyota RAV4 LE 2.0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Toyota RAV4 XLE 2.5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Mazda CX-5 Sport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$ 24.000.000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$ 28.000.000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$ 25.500.000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2025-02-01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$ 28.500.000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$ 25.800.000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$ 26.000.000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venir Medium"/>
                        </a:defRPr>
                      </a:pPr>
                      <a:r>
                        <a:t>2025-04-01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$ 25.000.000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$ 29.000.000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